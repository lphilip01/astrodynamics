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97" r:id="rId2"/>
    <p:sldMasterId id="2147483728" r:id="rId3"/>
    <p:sldMasterId id="2147483759" r:id="rId4"/>
  </p:sldMasterIdLst>
  <p:notesMasterIdLst>
    <p:notesMasterId r:id="rId12"/>
  </p:notesMasterIdLst>
  <p:handoutMasterIdLst>
    <p:handoutMasterId r:id="rId13"/>
  </p:handoutMasterIdLst>
  <p:sldIdLst>
    <p:sldId id="295" r:id="rId5"/>
    <p:sldId id="269" r:id="rId6"/>
    <p:sldId id="284" r:id="rId7"/>
    <p:sldId id="271" r:id="rId8"/>
    <p:sldId id="276" r:id="rId9"/>
    <p:sldId id="277" r:id="rId10"/>
    <p:sldId id="27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1E6"/>
    <a:srgbClr val="B8C2CC"/>
    <a:srgbClr val="40464C"/>
    <a:srgbClr val="AAFF33"/>
    <a:srgbClr val="F2F4F8"/>
    <a:srgbClr val="8B959E"/>
    <a:srgbClr val="626A73"/>
    <a:srgbClr val="212326"/>
    <a:srgbClr val="00AD00"/>
    <a:srgbClr val="004D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80342"/>
  </p:normalViewPr>
  <p:slideViewPr>
    <p:cSldViewPr snapToGrid="0">
      <p:cViewPr>
        <p:scale>
          <a:sx n="58" d="100"/>
          <a:sy n="58" d="100"/>
        </p:scale>
        <p:origin x="964" y="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4072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101180-94AE-A148-0874-34EE0A31BC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70E86C-4C4E-1FDA-0154-15C7F2DABF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0CE46-E44A-3247-A43C-11027568704B}" type="datetimeFigureOut">
              <a:rPr lang="en-US" smtClean="0">
                <a:latin typeface="Arial" panose="020B0604020202020204" pitchFamily="34" charset="0"/>
              </a:rPr>
              <a:t>4/30/2026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7074C8-EEB7-E76E-099A-D0FB5B9D5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E9CA0-3796-0BD4-664E-618D04C165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831F2-AF4E-BB4C-A8EF-42238C76ABA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3330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9D00-1CDF-434B-8F0A-8ED0A64E848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EC296-AA85-584E-8224-F9A9CE703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77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Maximum character recommendations: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Contact info: 145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 title: 38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Secondary title: 100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Update all text fields with your relevant information.</a:t>
            </a: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EC296-AA85-584E-8224-F9A9CE7032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9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Maximum character recommendations: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Title: 70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Secondary description: 350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Columns: 350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EC296-AA85-584E-8224-F9A9CE7032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341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Maximum character recommendations: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Section divider: 35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Secondary description: 130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EC296-AA85-584E-8224-F9A9CE7032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19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Maximum character recommendations: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Title: 70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Text: 520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 replace or place an image: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an image is already in place, delete the image.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the picture icon at the center of the image frame.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Find the image you want to use in the photo browser that pops up.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the red “Insert” button.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slides with an image placeholder without an image already in place, use steps 2-4.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EC296-AA85-584E-8224-F9A9CE7032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40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Maximum character recommendations: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Title: 70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Sub-title: 30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 box: 300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EC296-AA85-584E-8224-F9A9CE7032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10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Maximum character recommendations: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Title: 70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Sub-title: 30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 box: 400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EC296-AA85-584E-8224-F9A9CE7032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8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EC296-AA85-584E-8224-F9A9CE7032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35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Main,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DA4FFB-26C5-FEA4-7430-D039D70FCF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B590FEB9-4E20-F153-F0DA-610723047E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4068" y="223820"/>
            <a:ext cx="3625882" cy="58554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EB71D13-9507-AEAB-AFA8-C885097016B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EDD1A9-92D2-FF96-FA55-0E10A68C1AD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6434C78-E82D-74AC-6F98-18C5A3C443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5259085-837B-D02B-1F74-EC07AE53C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597863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Sub Brand,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DA4FFB-26C5-FEA4-7430-D039D70FCF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05B23C8-4020-ED97-0961-A87FCC2414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307C024-45E0-C5AF-5E20-C09375AAB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C65B8-C2D5-8630-E6E4-74CC3749E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8249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MIT sub-brand logo, re-crop and resize as needed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8943BF9-9852-B571-CB8A-414BA24F41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674D496-5B86-01B6-808A-809100FCC2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009631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Endorsed Brand,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DA4FFB-26C5-FEA4-7430-D039D70FCF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952FD86-C603-1494-52EF-5BEF9CD10D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4661" y="324503"/>
            <a:ext cx="954807" cy="59107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CD9F2DD-1CC3-479E-2E27-3216D31C3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4503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your logo, re-crop and resize as needed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E296DD-1B13-D98E-27AF-005F248EE8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B005292-39D5-523C-C41E-70D3546AE96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4460080-8332-537E-67D0-445106FEC6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4635A93-6564-ADEF-6048-9E8C1D0BE0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3460065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–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02360E-8964-C14F-66A7-0D9C2AA471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66F76-B9BE-CDE9-91E9-A22BFEBB48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267775"/>
            <a:ext cx="9944616" cy="532105"/>
          </a:xfrm>
        </p:spPr>
        <p:txBody>
          <a:bodyPr anchor="t" anchorCtr="0">
            <a:noAutofit/>
          </a:bodyPr>
          <a:lstStyle>
            <a:lvl1pPr>
              <a:lnSpc>
                <a:spcPts val="4320"/>
              </a:lnSpc>
              <a:defRPr sz="4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Divider – Max 38 characters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F7D57-EF37-A702-AA25-5345A9CA56A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3481" y="806834"/>
            <a:ext cx="9944616" cy="1978408"/>
          </a:xfrm>
        </p:spPr>
        <p:txBody>
          <a:bodyPr>
            <a:noAutofit/>
          </a:bodyPr>
          <a:lstStyle>
            <a:lvl1pPr marL="0" indent="0">
              <a:lnSpc>
                <a:spcPts val="4320"/>
              </a:lnSpc>
              <a:buNone/>
              <a:defRPr sz="4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Description – Max 130 characters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32FB2-5489-C66D-B7C0-31A676A78461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9DC30-F95B-CD3B-9467-CEE586787A0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641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02360E-8964-C14F-66A7-0D9C2AA471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66F76-B9BE-CDE9-91E9-A22BFEBB48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425731"/>
            <a:ext cx="9944616" cy="3554956"/>
          </a:xfrm>
        </p:spPr>
        <p:txBody>
          <a:bodyPr anchor="t" anchorCtr="0">
            <a:noAutofit/>
          </a:bodyPr>
          <a:lstStyle>
            <a:lvl1pPr marL="293688" indent="-293688">
              <a:lnSpc>
                <a:spcPct val="100000"/>
              </a:lnSpc>
              <a:tabLst/>
              <a:defRPr sz="4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“Quote Text – Max 180 characters”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32FB2-5489-C66D-B7C0-31A676A78461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9DC30-F95B-CD3B-9467-CEE586787A0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78DDD3-3229-C4C2-050D-B6AFCF902435}"/>
              </a:ext>
            </a:extLst>
          </p:cNvPr>
          <p:cNvCxnSpPr>
            <a:cxnSpLocks/>
          </p:cNvCxnSpPr>
          <p:nvPr userDrawn="1"/>
        </p:nvCxnSpPr>
        <p:spPr>
          <a:xfrm>
            <a:off x="319421" y="4413678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121F57E-7A3D-523B-1263-2147287CBB0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3481" y="4842080"/>
            <a:ext cx="6520135" cy="25465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Quote Author ’XX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6CD48A0-01A4-BD36-D9AD-53422DD1D5A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13481" y="5213144"/>
            <a:ext cx="6520135" cy="7834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Quote Author Title</a:t>
            </a:r>
          </a:p>
        </p:txBody>
      </p:sp>
    </p:spTree>
    <p:extLst>
      <p:ext uri="{BB962C8B-B14F-4D97-AF65-F5344CB8AC3E}">
        <p14:creationId xmlns:p14="http://schemas.microsoft.com/office/powerpoint/2010/main" val="561346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6AB9-B8FF-EC56-AC3E-4893BFF239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993" y="223660"/>
            <a:ext cx="5533766" cy="810991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– Max 70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84EB4-2DDE-A84F-F145-EF9B876934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3085" y="250554"/>
            <a:ext cx="2533403" cy="586867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Column Text – Max 350 characters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FA3824-6F15-FD86-D30D-55E8798F55A1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9A4663-FCEF-5719-12CF-5612C4299DDB}"/>
              </a:ext>
            </a:extLst>
          </p:cNvPr>
          <p:cNvCxnSpPr>
            <a:cxnSpLocks/>
          </p:cNvCxnSpPr>
          <p:nvPr userDrawn="1"/>
        </p:nvCxnSpPr>
        <p:spPr>
          <a:xfrm>
            <a:off x="319421" y="1166648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D08E89-767A-785D-CEE4-D77A66532F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8589" y="1767901"/>
            <a:ext cx="5539170" cy="435133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Large Slide Description Text – Max 350 characters 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7D94A36-DCC8-9687-455C-DF3D3D6A1B1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116291" y="250554"/>
            <a:ext cx="2533403" cy="586867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Column Text – Max 350 characters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C19908-9DA8-0589-2D4C-7B455E1CBD18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412524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Short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6AB9-B8FF-EC56-AC3E-4893BFF239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993" y="223660"/>
            <a:ext cx="5533766" cy="810991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– Max 70 characters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9A4663-FCEF-5719-12CF-5612C4299DDB}"/>
              </a:ext>
            </a:extLst>
          </p:cNvPr>
          <p:cNvCxnSpPr>
            <a:cxnSpLocks/>
          </p:cNvCxnSpPr>
          <p:nvPr userDrawn="1"/>
        </p:nvCxnSpPr>
        <p:spPr>
          <a:xfrm>
            <a:off x="319421" y="1166648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D08E89-767A-785D-CEE4-D77A66532F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8589" y="1767901"/>
            <a:ext cx="5539170" cy="435133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Large Slide Description Text – Max 350 characters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452277A-0FA6-549A-322C-412B23567CE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 marL="0" indent="0" algn="ctr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the icon to add a photo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82E874-5A2C-DFB4-74AB-49B738846856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991685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Long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9A4663-FCEF-5719-12CF-5612C4299DDB}"/>
              </a:ext>
            </a:extLst>
          </p:cNvPr>
          <p:cNvCxnSpPr>
            <a:cxnSpLocks/>
          </p:cNvCxnSpPr>
          <p:nvPr userDrawn="1"/>
        </p:nvCxnSpPr>
        <p:spPr>
          <a:xfrm>
            <a:off x="319421" y="1166648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D08E89-767A-785D-CEE4-D77A66532F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8589" y="1767901"/>
            <a:ext cx="4921068" cy="4351333"/>
          </a:xfrm>
        </p:spPr>
        <p:txBody>
          <a:bodyPr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Small Slide Description Text – Max 520 characters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E043900-9E70-F92C-3F55-ABECBCF03CD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 marL="0" indent="0" algn="ctr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the icon to add a photo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2FFC7-EE23-EAA4-A89F-FA7F579AC4CE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5E1B16-877C-A8E7-A098-DE2877C2B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993" y="223660"/>
            <a:ext cx="5533766" cy="810991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– Max 70 characters</a:t>
            </a:r>
          </a:p>
        </p:txBody>
      </p:sp>
    </p:spTree>
    <p:extLst>
      <p:ext uri="{BB962C8B-B14F-4D97-AF65-F5344CB8AC3E}">
        <p14:creationId xmlns:p14="http://schemas.microsoft.com/office/powerpoint/2010/main" val="2145434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D3F3A2D-940D-D013-017B-63694756DBC9}"/>
              </a:ext>
            </a:extLst>
          </p:cNvPr>
          <p:cNvSpPr/>
          <p:nvPr userDrawn="1"/>
        </p:nvSpPr>
        <p:spPr>
          <a:xfrm>
            <a:off x="3367314" y="330989"/>
            <a:ext cx="8506097" cy="57586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29D3A-3F37-9592-DD8A-41ABEC44FA2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2FD8EF3-A812-D37C-5E6C-3D89CAAE6BBD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18589" y="229389"/>
            <a:ext cx="2439125" cy="5858885"/>
          </a:xfrm>
        </p:spPr>
        <p:txBody>
          <a:bodyPr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Slide Description Text – Max 400 characters</a:t>
            </a:r>
          </a:p>
        </p:txBody>
      </p: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AD7B6E31-BB63-BABB-3A25-BC1539FC82AE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3615559" y="613074"/>
            <a:ext cx="8029903" cy="5201130"/>
          </a:xfrm>
        </p:spPr>
        <p:txBody>
          <a:bodyPr/>
          <a:lstStyle>
            <a:lvl1pPr marL="0" indent="0" algn="ctr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the icon to add a chart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15F6BD-8143-5A5D-9B45-2A1A59943161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246035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EA6A74-8F34-3AC8-D8D7-B16E4DFE7340}"/>
              </a:ext>
            </a:extLst>
          </p:cNvPr>
          <p:cNvSpPr/>
          <p:nvPr userDrawn="1"/>
        </p:nvSpPr>
        <p:spPr>
          <a:xfrm>
            <a:off x="6197848" y="1169003"/>
            <a:ext cx="5666405" cy="49206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3F3A2D-940D-D013-017B-63694756DBC9}"/>
              </a:ext>
            </a:extLst>
          </p:cNvPr>
          <p:cNvSpPr/>
          <p:nvPr userDrawn="1"/>
        </p:nvSpPr>
        <p:spPr>
          <a:xfrm>
            <a:off x="313481" y="1169003"/>
            <a:ext cx="5666405" cy="49206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29D3A-3F37-9592-DD8A-41ABEC44FA2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2FD8EF3-A812-D37C-5E6C-3D89CAAE6BBD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18589" y="229389"/>
            <a:ext cx="5661297" cy="7866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Slide Description – Max 200 characters</a:t>
            </a:r>
          </a:p>
        </p:txBody>
      </p: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AD7B6E31-BB63-BABB-3A25-BC1539FC82AE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546538" y="1414732"/>
            <a:ext cx="5202621" cy="4485736"/>
          </a:xfrm>
        </p:spPr>
        <p:txBody>
          <a:bodyPr/>
          <a:lstStyle>
            <a:lvl1pPr marL="0" indent="0" algn="ctr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the icon to add a chart</a:t>
            </a:r>
          </a:p>
        </p:txBody>
      </p:sp>
      <p:sp>
        <p:nvSpPr>
          <p:cNvPr id="6" name="Chart Placeholder 14">
            <a:extLst>
              <a:ext uri="{FF2B5EF4-FFF2-40B4-BE49-F238E27FC236}">
                <a16:creationId xmlns:a16="http://schemas.microsoft.com/office/drawing/2014/main" id="{865B7184-5EEB-2ED7-8DF8-7BA53322A2D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432331" y="1414732"/>
            <a:ext cx="5213131" cy="4485736"/>
          </a:xfrm>
        </p:spPr>
        <p:txBody>
          <a:bodyPr/>
          <a:lstStyle>
            <a:lvl1pPr marL="0" indent="0" algn="ctr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the icon to add a chart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BF7291-D851-C415-1B3D-624435C9B98C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3948057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6AB9-B8FF-EC56-AC3E-4893BFF239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993" y="223660"/>
            <a:ext cx="3275550" cy="810991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– Max 70 characters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FA3824-6F15-FD86-D30D-55E8798F55A1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9A4663-FCEF-5719-12CF-5612C4299DDB}"/>
              </a:ext>
            </a:extLst>
          </p:cNvPr>
          <p:cNvCxnSpPr>
            <a:cxnSpLocks/>
          </p:cNvCxnSpPr>
          <p:nvPr userDrawn="1"/>
        </p:nvCxnSpPr>
        <p:spPr>
          <a:xfrm>
            <a:off x="319421" y="1166648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54A9D41-333E-5D1B-DBDD-1B792437361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205060" y="209306"/>
            <a:ext cx="7464425" cy="596582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1000"/>
              </a:spcBef>
              <a:spcAft>
                <a:spcPts val="1200"/>
              </a:spcAft>
              <a:defRPr/>
            </a:lvl2pPr>
            <a:lvl3pPr>
              <a:spcBef>
                <a:spcPts val="1000"/>
              </a:spcBef>
              <a:spcAft>
                <a:spcPts val="1200"/>
              </a:spcAft>
              <a:defRPr/>
            </a:lvl3pPr>
            <a:lvl4pPr>
              <a:spcBef>
                <a:spcPts val="1000"/>
              </a:spcBef>
              <a:spcAft>
                <a:spcPts val="1200"/>
              </a:spcAft>
              <a:defRPr/>
            </a:lvl4pPr>
            <a:lvl5pPr>
              <a:spcBef>
                <a:spcPts val="100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Slide Text – Max 670 characters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200CB3-43FC-4FB5-41C5-FEB87A7497D8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2248206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6AB9-B8FF-EC56-AC3E-4893BFF239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992" y="223659"/>
            <a:ext cx="5693646" cy="1535947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– Max 70 characters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FA3824-6F15-FD86-D30D-55E8798F55A1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9A4663-FCEF-5719-12CF-5612C4299DDB}"/>
              </a:ext>
            </a:extLst>
          </p:cNvPr>
          <p:cNvCxnSpPr>
            <a:cxnSpLocks/>
          </p:cNvCxnSpPr>
          <p:nvPr userDrawn="1"/>
        </p:nvCxnSpPr>
        <p:spPr>
          <a:xfrm>
            <a:off x="319421" y="2022990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1224CB-8AE7-5506-BC70-E5FDF520901B}"/>
              </a:ext>
            </a:extLst>
          </p:cNvPr>
          <p:cNvCxnSpPr>
            <a:cxnSpLocks/>
          </p:cNvCxnSpPr>
          <p:nvPr userDrawn="1"/>
        </p:nvCxnSpPr>
        <p:spPr>
          <a:xfrm>
            <a:off x="4215651" y="2022990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CBC650-4046-BB07-FC04-68F697FAE75A}"/>
              </a:ext>
            </a:extLst>
          </p:cNvPr>
          <p:cNvCxnSpPr>
            <a:cxnSpLocks/>
          </p:cNvCxnSpPr>
          <p:nvPr userDrawn="1"/>
        </p:nvCxnSpPr>
        <p:spPr>
          <a:xfrm>
            <a:off x="8129315" y="2022990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C3E86FF-8433-E5B3-1EAC-2D8E9090A8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738" y="2563812"/>
            <a:ext cx="3702442" cy="2524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– Max 30 characters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EC3C736-533A-CDFB-EE0C-DF26725F96C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06238" y="2871088"/>
            <a:ext cx="3711283" cy="326854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Aft>
                <a:spcPts val="1200"/>
              </a:spcAft>
              <a:defRPr/>
            </a:lvl2pPr>
            <a:lvl3pPr>
              <a:spcAft>
                <a:spcPts val="1200"/>
              </a:spcAft>
              <a:defRPr/>
            </a:lvl3pPr>
            <a:lvl4pPr>
              <a:spcAft>
                <a:spcPts val="1200"/>
              </a:spcAft>
              <a:defRPr/>
            </a:lvl4pPr>
            <a:lvl5pPr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Body Text – Max 300 characters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58B353C-DB68-EF1F-F163-EB9DFDAD51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15651" y="2563812"/>
            <a:ext cx="3702442" cy="2524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</a:lstStyle>
          <a:p>
            <a:pPr lvl="0"/>
            <a:r>
              <a:rPr lang="en-US" dirty="0"/>
              <a:t>Title – Max 30 characters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9A79272-88A2-3A79-D64E-03B428C27E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9315" y="2563812"/>
            <a:ext cx="3702442" cy="2524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</a:lstStyle>
          <a:p>
            <a:pPr lvl="0"/>
            <a:r>
              <a:rPr lang="en-US" dirty="0"/>
              <a:t>Title – Max 30 characters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D9A22-F262-073A-EC7D-9B8E77522D6B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C0B2F11-2A90-17C6-BD9D-070C96809204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216086" y="2871088"/>
            <a:ext cx="3711283" cy="326854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Aft>
                <a:spcPts val="1200"/>
              </a:spcAft>
              <a:defRPr/>
            </a:lvl2pPr>
            <a:lvl3pPr>
              <a:spcAft>
                <a:spcPts val="1200"/>
              </a:spcAft>
              <a:defRPr/>
            </a:lvl3pPr>
            <a:lvl4pPr>
              <a:spcAft>
                <a:spcPts val="1200"/>
              </a:spcAft>
              <a:defRPr/>
            </a:lvl4pPr>
            <a:lvl5pPr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Body Text – Max 300 characters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632AA01-9487-575A-CB7F-E3BE74395506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125934" y="2871088"/>
            <a:ext cx="3711283" cy="326854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Aft>
                <a:spcPts val="1200"/>
              </a:spcAft>
              <a:defRPr/>
            </a:lvl2pPr>
            <a:lvl3pPr>
              <a:spcAft>
                <a:spcPts val="1200"/>
              </a:spcAft>
              <a:defRPr/>
            </a:lvl3pPr>
            <a:lvl4pPr>
              <a:spcAft>
                <a:spcPts val="1200"/>
              </a:spcAft>
              <a:defRPr/>
            </a:lvl4pPr>
            <a:lvl5pPr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Body Text – Max 300 characters</a:t>
            </a:r>
          </a:p>
        </p:txBody>
      </p:sp>
    </p:spTree>
    <p:extLst>
      <p:ext uri="{BB962C8B-B14F-4D97-AF65-F5344CB8AC3E}">
        <p14:creationId xmlns:p14="http://schemas.microsoft.com/office/powerpoint/2010/main" val="4154411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6AB9-B8FF-EC56-AC3E-4893BFF239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992" y="223659"/>
            <a:ext cx="5651019" cy="1535947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 – Max 70 characters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FA3824-6F15-FD86-D30D-55E8798F55A1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9A4663-FCEF-5719-12CF-5612C4299DDB}"/>
              </a:ext>
            </a:extLst>
          </p:cNvPr>
          <p:cNvCxnSpPr>
            <a:cxnSpLocks/>
          </p:cNvCxnSpPr>
          <p:nvPr userDrawn="1"/>
        </p:nvCxnSpPr>
        <p:spPr>
          <a:xfrm>
            <a:off x="319421" y="2022990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CBC650-4046-BB07-FC04-68F697FAE75A}"/>
              </a:ext>
            </a:extLst>
          </p:cNvPr>
          <p:cNvCxnSpPr>
            <a:cxnSpLocks/>
          </p:cNvCxnSpPr>
          <p:nvPr userDrawn="1"/>
        </p:nvCxnSpPr>
        <p:spPr>
          <a:xfrm>
            <a:off x="6175383" y="2022990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0FFCC-D3A6-B686-34F4-1FADB1D74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739" y="2557716"/>
            <a:ext cx="5219948" cy="2524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– Max 30 characters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982AEF7-C2BA-9FEF-0CF0-7B027C7CC43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06238" y="2871088"/>
            <a:ext cx="5232413" cy="326854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spcAft>
                <a:spcPts val="1200"/>
              </a:spcAft>
              <a:buNone/>
              <a:defRPr/>
            </a:lvl2pPr>
            <a:lvl3pPr>
              <a:spcAft>
                <a:spcPts val="1200"/>
              </a:spcAft>
              <a:defRPr/>
            </a:lvl3pPr>
            <a:lvl4pPr>
              <a:spcAft>
                <a:spcPts val="1200"/>
              </a:spcAft>
              <a:defRPr/>
            </a:lvl4pPr>
            <a:lvl5pPr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Body Text – Max 400 characters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5D8F256-1603-EA51-EC29-6AC89BFE3B1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8700" y="2557716"/>
            <a:ext cx="5219948" cy="2524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 – Max 30 characters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CA9627-70F3-E4EA-9DB0-C5659E8EEC75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1F1B01F-CF22-B057-0BF5-446BA4249F5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171011" y="2871088"/>
            <a:ext cx="5232413" cy="326854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Aft>
                <a:spcPts val="1200"/>
              </a:spcAft>
              <a:defRPr/>
            </a:lvl2pPr>
            <a:lvl3pPr>
              <a:spcAft>
                <a:spcPts val="1200"/>
              </a:spcAft>
              <a:defRPr/>
            </a:lvl3pPr>
            <a:lvl4pPr>
              <a:spcAft>
                <a:spcPts val="1200"/>
              </a:spcAft>
              <a:defRPr/>
            </a:lvl4pPr>
            <a:lvl5pPr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Body Text – Max 400 characters</a:t>
            </a:r>
          </a:p>
        </p:txBody>
      </p:sp>
    </p:spTree>
    <p:extLst>
      <p:ext uri="{BB962C8B-B14F-4D97-AF65-F5344CB8AC3E}">
        <p14:creationId xmlns:p14="http://schemas.microsoft.com/office/powerpoint/2010/main" val="1007079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C9B8B8D-1886-5D3E-110B-8F9D0524A6E4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F6682A-1773-7EFB-A2C5-FF85A89E4C71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3472456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7387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 Main,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DA4FFB-26C5-FEA4-7430-D039D70FCF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B590FEB9-4E20-F153-F0DA-610723047E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4068" y="223820"/>
            <a:ext cx="3625882" cy="58554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EB71D13-9507-AEAB-AFA8-C885097016B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EDD1A9-92D2-FF96-FA55-0E10A68C1AD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2E93A6C7-07DE-698F-060B-C83FDBD33F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EE31CC5-91BA-4B73-FEA6-07D5E4CB8E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1821180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 Sub Brand,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DA4FFB-26C5-FEA4-7430-D039D70FCF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05B23C8-4020-ED97-0961-A87FCC2414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307C024-45E0-C5AF-5E20-C09375AAB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C65B8-C2D5-8630-E6E4-74CC3749E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8249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MIT sub-brand logo, re-crop and resize as needed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B413E3A-2E4A-DE58-276C-6B427D023F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CB49D4D-2B91-739E-00A0-5F800821CF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9870441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 Endorsed Brand,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2DA4FFB-26C5-FEA4-7430-D039D70FCF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952FD86-C603-1494-52EF-5BEF9CD10D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4661" y="324503"/>
            <a:ext cx="954807" cy="59107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CD9F2DD-1CC3-479E-2E27-3216D31C3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4503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your logo, re-crop and resize as needed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B0C046-6DA5-4B0C-0AB1-90A744A044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5F5AD4B-0791-DEE8-9D08-538D06E7FC4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79FED9-372D-CDF4-35F3-8039430CF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7F56AD1-3E57-D8EA-FDEA-B77EBD4C12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3591502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– 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02360E-8964-C14F-66A7-0D9C2AA471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32FB2-5489-C66D-B7C0-31A676A78461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9DC30-F95B-CD3B-9467-CEE586787A0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E1C091-0B22-B285-BB16-D028139BF7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267775"/>
            <a:ext cx="9944616" cy="532105"/>
          </a:xfrm>
        </p:spPr>
        <p:txBody>
          <a:bodyPr anchor="t" anchorCtr="0">
            <a:noAutofit/>
          </a:bodyPr>
          <a:lstStyle>
            <a:lvl1pPr>
              <a:lnSpc>
                <a:spcPts val="4320"/>
              </a:lnSpc>
              <a:defRPr sz="4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Divider – Max 38 characters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C5C90-F626-74D1-6978-0AFECB0A6C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3481" y="806834"/>
            <a:ext cx="9944616" cy="1978408"/>
          </a:xfrm>
        </p:spPr>
        <p:txBody>
          <a:bodyPr>
            <a:noAutofit/>
          </a:bodyPr>
          <a:lstStyle>
            <a:lvl1pPr marL="0" indent="0">
              <a:lnSpc>
                <a:spcPts val="4320"/>
              </a:lnSpc>
              <a:buNone/>
              <a:defRPr sz="4200" b="1" i="0">
                <a:solidFill>
                  <a:srgbClr val="8B959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Description – Max 130 characters</a:t>
            </a:r>
          </a:p>
        </p:txBody>
      </p:sp>
    </p:spTree>
    <p:extLst>
      <p:ext uri="{BB962C8B-B14F-4D97-AF65-F5344CB8AC3E}">
        <p14:creationId xmlns:p14="http://schemas.microsoft.com/office/powerpoint/2010/main" val="1205578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02360E-8964-C14F-66A7-0D9C2AA471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9DC30-F95B-CD3B-9467-CEE586787A0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27A6D-B8C9-FB9F-2B11-8F81E2A3F185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8DE577B-C053-FD54-7878-7E047AB47A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425731"/>
            <a:ext cx="9944616" cy="3554956"/>
          </a:xfrm>
        </p:spPr>
        <p:txBody>
          <a:bodyPr anchor="t" anchorCtr="0">
            <a:noAutofit/>
          </a:bodyPr>
          <a:lstStyle>
            <a:lvl1pPr marL="293688" indent="-293688">
              <a:lnSpc>
                <a:spcPct val="100000"/>
              </a:lnSpc>
              <a:tabLst/>
              <a:defRPr sz="4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“Quote Text – Max 180 characters”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314C7BA-4323-0DF0-90BD-75906C1FA4F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3481" y="4842080"/>
            <a:ext cx="6520135" cy="25465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Quote Author ’XX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BEB1D27-9A5C-6608-CBF1-CF65A2D73169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13481" y="5213144"/>
            <a:ext cx="6520135" cy="7834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Quote Author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97B1D5-6A79-308A-4DFA-19417315FC59}"/>
              </a:ext>
            </a:extLst>
          </p:cNvPr>
          <p:cNvCxnSpPr>
            <a:cxnSpLocks/>
          </p:cNvCxnSpPr>
          <p:nvPr userDrawn="1"/>
        </p:nvCxnSpPr>
        <p:spPr>
          <a:xfrm>
            <a:off x="319421" y="4413678"/>
            <a:ext cx="1801987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1067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Main, White,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C42A665-A21C-CD79-1D8D-1D99E29709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54072" y="223820"/>
            <a:ext cx="3625874" cy="58554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EB71D13-9507-AEAB-AFA8-C885097016B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EDD1A9-92D2-FF96-FA55-0E10A68C1AD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9E3DD2C8-9293-3716-3D91-FA4E99B3E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58B4182-C52B-A65A-1CE0-5AB690F39A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39638011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Sub Brand, White,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5B23C8-4020-ED97-0961-A87FCC2414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307C024-45E0-C5AF-5E20-C09375AAB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C65B8-C2D5-8630-E6E4-74CC3749E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8249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MIT sub-brand logo, re-crop and resize as needed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6F7A042-B5C2-47EE-EA30-7D530FEB87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13D9C569-7DD9-5E60-DA78-EE65C44EC1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9519395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Endorsed Brand, White,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8740B29-5817-180D-DA83-AF9E2E4A6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014662" y="324503"/>
            <a:ext cx="954805" cy="59107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CD9F2DD-1CC3-479E-2E27-3216D31C3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4503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your logo, re-crop and resize as needed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34CA86-4E42-E866-42D9-1D6F2AB400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C19F679-B7C4-C058-A61F-7DF2305A493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8F1D9BC-C03E-A5C3-9A5C-B18EAD5FCD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F7CFB6D-A6F8-581D-1A02-329E06AEDB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2619111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– White,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2E32FB2-5489-C66D-B7C0-31A676A78461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9DC30-F95B-CD3B-9467-CEE586787A0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1FF9F7-CD9B-3E67-501F-928CA31B6D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267775"/>
            <a:ext cx="9944616" cy="532105"/>
          </a:xfrm>
        </p:spPr>
        <p:txBody>
          <a:bodyPr anchor="t" anchorCtr="0">
            <a:noAutofit/>
          </a:bodyPr>
          <a:lstStyle>
            <a:lvl1pPr>
              <a:lnSpc>
                <a:spcPts val="4320"/>
              </a:lnSpc>
              <a:defRPr sz="4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Divider – Max 38 characters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4CFF7BF-C6F6-7E09-2F5D-FB8610A74FB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3481" y="806834"/>
            <a:ext cx="9944616" cy="1978408"/>
          </a:xfrm>
        </p:spPr>
        <p:txBody>
          <a:bodyPr>
            <a:noAutofit/>
          </a:bodyPr>
          <a:lstStyle>
            <a:lvl1pPr marL="0" indent="0">
              <a:lnSpc>
                <a:spcPts val="4320"/>
              </a:lnSpc>
              <a:buNone/>
              <a:defRPr sz="42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Description – Max 130 characters</a:t>
            </a:r>
          </a:p>
        </p:txBody>
      </p:sp>
    </p:spTree>
    <p:extLst>
      <p:ext uri="{BB962C8B-B14F-4D97-AF65-F5344CB8AC3E}">
        <p14:creationId xmlns:p14="http://schemas.microsoft.com/office/powerpoint/2010/main" val="27970120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 White, 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489839-2387-FFD3-DCFE-9ADA5528D14A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4A604-913B-0501-08AA-548D08103F54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6CB095-270D-97ED-16C2-9B230B8F33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425731"/>
            <a:ext cx="9944616" cy="3554956"/>
          </a:xfrm>
        </p:spPr>
        <p:txBody>
          <a:bodyPr anchor="t" anchorCtr="0">
            <a:noAutofit/>
          </a:bodyPr>
          <a:lstStyle>
            <a:lvl1pPr marL="293688" indent="-293688">
              <a:lnSpc>
                <a:spcPct val="100000"/>
              </a:lnSpc>
              <a:tabLst/>
              <a:defRPr sz="42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“Quote Text – Max 180 characters”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662D7A-7777-A5FD-DEE4-F88191949B5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3481" y="4842080"/>
            <a:ext cx="6520135" cy="25465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Quote Author ’XX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D1EE371-28CD-F2A9-92A5-63313354842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13481" y="5213144"/>
            <a:ext cx="6520135" cy="7834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Quote Author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D9D7FB5-AEC1-D737-62D3-238D849B3862}"/>
              </a:ext>
            </a:extLst>
          </p:cNvPr>
          <p:cNvCxnSpPr>
            <a:cxnSpLocks/>
          </p:cNvCxnSpPr>
          <p:nvPr userDrawn="1"/>
        </p:nvCxnSpPr>
        <p:spPr>
          <a:xfrm>
            <a:off x="319421" y="4413678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4230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Main, White, Gra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C42A665-A21C-CD79-1D8D-1D99E29709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54072" y="223820"/>
            <a:ext cx="3625874" cy="58554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EB71D13-9507-AEAB-AFA8-C885097016B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EDD1A9-92D2-FF96-FA55-0E10A68C1AD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27AB69D-B657-2F29-B566-3F6FF48EE3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56C3B82-2B99-94CF-A919-28DCA302A9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33668059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 Sub Brand, White, Gra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5B23C8-4020-ED97-0961-A87FCC2414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307C024-45E0-C5AF-5E20-C09375AAB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C65B8-C2D5-8630-E6E4-74CC3749E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8249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MIT sub-brand logo, re-crop and resize as needed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5C82065-D646-B727-19A1-F044C380B5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CA78149-8BF2-69CC-576D-BE0F9F68DD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3792787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– Endorsed Brand, White,  Gra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8740B29-5817-180D-DA83-AF9E2E4A6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014662" y="324503"/>
            <a:ext cx="954805" cy="59107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CD9F2DD-1CC3-479E-2E27-3216D31C3A3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025" y="324503"/>
            <a:ext cx="2824866" cy="9271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Add your logo, re-crop and resize as needed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34CA86-4E42-E866-42D9-1D6F2AB400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958" y="1778261"/>
            <a:ext cx="9963805" cy="520907"/>
          </a:xfrm>
        </p:spPr>
        <p:txBody>
          <a:bodyPr anchor="t" anchorCtr="0">
            <a:noAutofit/>
          </a:bodyPr>
          <a:lstStyle>
            <a:lvl1pPr algn="l">
              <a:lnSpc>
                <a:spcPts val="4400"/>
              </a:lnSpc>
              <a:defRPr sz="4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Main Title – Max 38 characters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C19F679-B7C4-C058-A61F-7DF2305A493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8958" y="2307394"/>
            <a:ext cx="9963805" cy="1825486"/>
          </a:xfrm>
        </p:spPr>
        <p:txBody>
          <a:bodyPr>
            <a:noAutofit/>
          </a:bodyPr>
          <a:lstStyle>
            <a:lvl1pPr marL="0" indent="0">
              <a:lnSpc>
                <a:spcPts val="4400"/>
              </a:lnSpc>
              <a:buNone/>
              <a:defRPr sz="42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Secondary Title – Max 100 characters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B69C17B-BB02-3108-D637-D723FE1BCC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Your Name</a:t>
            </a:r>
            <a:br>
              <a:rPr lang="en-US" dirty="0"/>
            </a:br>
            <a:r>
              <a:rPr lang="en-US" dirty="0"/>
              <a:t>Your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FF7F33E-7AE1-3D61-54E6-F3EAA25683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1885" y="5867858"/>
            <a:ext cx="4114800" cy="642269"/>
          </a:xfrm>
        </p:spPr>
        <p:txBody>
          <a:bodyPr tIns="0" bIns="0" anchor="b" anchorCtr="0">
            <a:noAutofit/>
          </a:bodyPr>
          <a:lstStyle>
            <a:lvl1pPr marL="0" indent="0">
              <a:lnSpc>
                <a:spcPts val="164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31052131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– White, Gra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2E32FB2-5489-C66D-B7C0-31A676A78461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9DC30-F95B-CD3B-9467-CEE586787A08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64C8FD2-B36E-4547-BA9B-A1118D478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267775"/>
            <a:ext cx="9944616" cy="532105"/>
          </a:xfrm>
        </p:spPr>
        <p:txBody>
          <a:bodyPr anchor="t" anchorCtr="0">
            <a:noAutofit/>
          </a:bodyPr>
          <a:lstStyle>
            <a:lvl1pPr>
              <a:lnSpc>
                <a:spcPts val="4320"/>
              </a:lnSpc>
              <a:defRPr sz="42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Divider – Max 38 characters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D259E7C-908B-A780-68F5-F2B1C81BE55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3481" y="806834"/>
            <a:ext cx="9944616" cy="1978408"/>
          </a:xfrm>
        </p:spPr>
        <p:txBody>
          <a:bodyPr>
            <a:noAutofit/>
          </a:bodyPr>
          <a:lstStyle>
            <a:lvl1pPr marL="0" indent="0">
              <a:lnSpc>
                <a:spcPts val="4320"/>
              </a:lnSpc>
              <a:buNone/>
              <a:defRPr sz="42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Description – Max 130 characters</a:t>
            </a:r>
          </a:p>
        </p:txBody>
      </p:sp>
    </p:spTree>
    <p:extLst>
      <p:ext uri="{BB962C8B-B14F-4D97-AF65-F5344CB8AC3E}">
        <p14:creationId xmlns:p14="http://schemas.microsoft.com/office/powerpoint/2010/main" val="15041702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– White, Gra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489839-2387-FFD3-DCFE-9ADA5528D14A}"/>
              </a:ext>
            </a:extLst>
          </p:cNvPr>
          <p:cNvSpPr txBox="1"/>
          <p:nvPr userDrawn="1"/>
        </p:nvSpPr>
        <p:spPr>
          <a:xfrm>
            <a:off x="9229912" y="6350714"/>
            <a:ext cx="264860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F0F02A92-B497-3B47-85FA-49EC792AEAD1}" type="slidenum">
              <a:rPr lang="en-US" sz="10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4A604-913B-0501-08AA-548D08103F54}"/>
              </a:ext>
            </a:extLst>
          </p:cNvPr>
          <p:cNvSpPr txBox="1"/>
          <p:nvPr userDrawn="1"/>
        </p:nvSpPr>
        <p:spPr>
          <a:xfrm>
            <a:off x="313481" y="6366860"/>
            <a:ext cx="2648607" cy="2546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Massachusetts Institute of Technology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1E197-5D52-1BEE-D008-06ED96E7B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481" y="425731"/>
            <a:ext cx="9944616" cy="3554956"/>
          </a:xfrm>
        </p:spPr>
        <p:txBody>
          <a:bodyPr anchor="t" anchorCtr="0">
            <a:noAutofit/>
          </a:bodyPr>
          <a:lstStyle>
            <a:lvl1pPr marL="293688" indent="-293688">
              <a:lnSpc>
                <a:spcPct val="100000"/>
              </a:lnSpc>
              <a:tabLst/>
              <a:defRPr sz="42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“Quote Text – Max 180 characters”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B517E05-4DDD-0D01-734E-3DE7A861723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3481" y="4842080"/>
            <a:ext cx="6520135" cy="25465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Quote Author ’XX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DC814A5-9BDD-158B-D8F6-CBAFB7B3680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13481" y="5213144"/>
            <a:ext cx="6520135" cy="7834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Quote Author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E1E4DD-5602-9E88-2C02-25456206D622}"/>
              </a:ext>
            </a:extLst>
          </p:cNvPr>
          <p:cNvCxnSpPr>
            <a:cxnSpLocks/>
          </p:cNvCxnSpPr>
          <p:nvPr userDrawn="1"/>
        </p:nvCxnSpPr>
        <p:spPr>
          <a:xfrm>
            <a:off x="319421" y="4413678"/>
            <a:ext cx="180198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49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88F30-EDDA-BDB0-8AE9-5013C51F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83FE0-B12A-9E73-4408-C5754DB4D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3B03-5493-6C6F-E9FD-27A77B84A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3B815B-A8F6-D74A-9BCF-ECE7300C0FDA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A35B9-0774-F4ED-115B-974762AB8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5C8EE-0737-B6BF-0F02-35D986FB2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9CB2F1-739C-D74B-B449-0413DC9360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277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1" r:id="rId4"/>
    <p:sldLayoutId id="2147483683" r:id="rId5"/>
    <p:sldLayoutId id="2147483650" r:id="rId6"/>
    <p:sldLayoutId id="2147483676" r:id="rId7"/>
    <p:sldLayoutId id="2147483677" r:id="rId8"/>
    <p:sldLayoutId id="2147483656" r:id="rId9"/>
    <p:sldLayoutId id="2147483678" r:id="rId10"/>
    <p:sldLayoutId id="2147483679" r:id="rId11"/>
    <p:sldLayoutId id="2147483681" r:id="rId12"/>
    <p:sldLayoutId id="2147483682" r:id="rId13"/>
    <p:sldLayoutId id="2147483655" r:id="rId14"/>
    <p:sldLayoutId id="214748367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80975" indent="-180975" algn="l" defTabSz="914400" rtl="0" eaLnBrk="1" latinLnBrk="0" hangingPunct="1">
        <a:lnSpc>
          <a:spcPts val="24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35000" indent="-177800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87438" indent="-17303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54163" indent="-182563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08188" indent="-17938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88F30-EDDA-BDB0-8AE9-5013C51F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83FE0-B12A-9E73-4408-C5754DB4D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3B03-5493-6C6F-E9FD-27A77B84A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3B815B-A8F6-D74A-9BCF-ECE7300C0FDA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A35B9-0774-F4ED-115B-974762AB8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5C8EE-0737-B6BF-0F02-35D986FB2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9CB2F1-739C-D74B-B449-0413DC9360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187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71" r:id="rId4"/>
    <p:sldLayoutId id="214748368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80975" indent="-180975" algn="l" defTabSz="914400" rtl="0" eaLnBrk="1" latinLnBrk="0" hangingPunct="1">
        <a:lnSpc>
          <a:spcPts val="24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35000" indent="-177800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87438" indent="-17303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54163" indent="-182563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08188" indent="-17938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88F30-EDDA-BDB0-8AE9-5013C51F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83FE0-B12A-9E73-4408-C5754DB4D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3B03-5493-6C6F-E9FD-27A77B84A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3B815B-A8F6-D74A-9BCF-ECE7300C0FDA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A35B9-0774-F4ED-115B-974762AB8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5C8EE-0737-B6BF-0F02-35D986FB2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9CB2F1-739C-D74B-B449-0413DC9360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610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73" r:id="rId4"/>
    <p:sldLayoutId id="214748368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80975" indent="-180975" algn="l" defTabSz="914400" rtl="0" eaLnBrk="1" latinLnBrk="0" hangingPunct="1">
        <a:lnSpc>
          <a:spcPts val="24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35000" indent="-177800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87438" indent="-17303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54163" indent="-182563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08188" indent="-17938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88F30-EDDA-BDB0-8AE9-5013C51F7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83FE0-B12A-9E73-4408-C5754DB4D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13B03-5493-6C6F-E9FD-27A77B84A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3B815B-A8F6-D74A-9BCF-ECE7300C0FDA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A35B9-0774-F4ED-115B-974762AB8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5C8EE-0737-B6BF-0F02-35D986FB2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9CB2F1-739C-D74B-B449-0413DC9360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52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72" r:id="rId4"/>
    <p:sldLayoutId id="214748368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80975" indent="-180975" algn="l" defTabSz="914400" rtl="0" eaLnBrk="1" latinLnBrk="0" hangingPunct="1">
        <a:lnSpc>
          <a:spcPts val="24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35000" indent="-177800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87438" indent="-17303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54163" indent="-182563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08188" indent="-179388" algn="l" defTabSz="914400" rtl="0" eaLnBrk="1" latinLnBrk="0" hangingPunct="1">
        <a:lnSpc>
          <a:spcPts val="24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tabLst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DB0AF-0D9B-8BEF-179F-E0B495C79B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Main Title Slide – Black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9EAC6-0E6F-1A0A-7C9B-57EF02DD4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Secondary Title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15B191-8E64-F10E-2E79-55312D2134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Your Name</a:t>
            </a:r>
          </a:p>
          <a:p>
            <a:r>
              <a:rPr lang="en-US" dirty="0"/>
              <a:t>Your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BCEA3C-4CD4-363E-48AA-86106920E8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1657774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FCB4-8535-3097-E70A-D020F73CA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Two-Column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04A7B-3B34-9C71-9AAB-7367F37F6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600"/>
              </a:spcAft>
            </a:pPr>
            <a:r>
              <a:rPr lang="en-US" dirty="0"/>
              <a:t>Sed Ut </a:t>
            </a:r>
            <a:r>
              <a:rPr lang="en-US" dirty="0" err="1"/>
              <a:t>Perspiciatis</a:t>
            </a:r>
            <a:br>
              <a:rPr lang="en-US" dirty="0"/>
            </a:br>
            <a:r>
              <a:rPr lang="en-US" dirty="0" err="1"/>
              <a:t>Natus</a:t>
            </a:r>
            <a:r>
              <a:rPr lang="en-US" dirty="0"/>
              <a:t> Sit</a:t>
            </a:r>
            <a:br>
              <a:rPr lang="en-US" dirty="0"/>
            </a:b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</a:t>
            </a:r>
          </a:p>
          <a:p>
            <a:pPr>
              <a:spcAft>
                <a:spcPts val="1600"/>
              </a:spcAft>
            </a:pPr>
            <a:r>
              <a:rPr lang="en-US" dirty="0"/>
              <a:t>Sed Ut </a:t>
            </a:r>
            <a:r>
              <a:rPr lang="en-US" dirty="0" err="1"/>
              <a:t>Perspiciatis</a:t>
            </a:r>
            <a:br>
              <a:rPr lang="en-US" dirty="0"/>
            </a:br>
            <a:r>
              <a:rPr lang="en-US" dirty="0" err="1"/>
              <a:t>Natus</a:t>
            </a:r>
            <a:r>
              <a:rPr lang="en-US" dirty="0"/>
              <a:t> Sit</a:t>
            </a:r>
            <a:br>
              <a:rPr lang="en-US" dirty="0"/>
            </a:b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</a:t>
            </a:r>
          </a:p>
          <a:p>
            <a:pPr>
              <a:spcAft>
                <a:spcPts val="1600"/>
              </a:spcAft>
            </a:pPr>
            <a:r>
              <a:rPr lang="en-US" dirty="0"/>
              <a:t>Sed Ut </a:t>
            </a:r>
            <a:r>
              <a:rPr lang="en-US" dirty="0" err="1"/>
              <a:t>Perspiciatis</a:t>
            </a:r>
            <a:br>
              <a:rPr lang="en-US" dirty="0"/>
            </a:br>
            <a:r>
              <a:rPr lang="en-US" dirty="0" err="1"/>
              <a:t>Natus</a:t>
            </a:r>
            <a:r>
              <a:rPr lang="en-US" dirty="0"/>
              <a:t> Sit</a:t>
            </a:r>
            <a:br>
              <a:rPr lang="en-US" dirty="0"/>
            </a:b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</a:t>
            </a:r>
          </a:p>
          <a:p>
            <a:pPr>
              <a:spcAft>
                <a:spcPts val="1600"/>
              </a:spcAft>
            </a:pPr>
            <a:r>
              <a:rPr lang="en-US" dirty="0"/>
              <a:t>Sed Ut </a:t>
            </a:r>
            <a:r>
              <a:rPr lang="en-US" dirty="0" err="1"/>
              <a:t>Perspiciatis</a:t>
            </a:r>
            <a:br>
              <a:rPr lang="en-US" dirty="0"/>
            </a:br>
            <a:r>
              <a:rPr lang="en-US" dirty="0" err="1"/>
              <a:t>Natus</a:t>
            </a:r>
            <a:r>
              <a:rPr lang="en-US" dirty="0"/>
              <a:t> Sit</a:t>
            </a:r>
            <a:br>
              <a:rPr lang="en-US" dirty="0"/>
            </a:b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</a:t>
            </a:r>
          </a:p>
          <a:p>
            <a:pPr>
              <a:spcAft>
                <a:spcPts val="1600"/>
              </a:spcAft>
            </a:pPr>
            <a:r>
              <a:rPr lang="en-US" dirty="0"/>
              <a:t>Sed Ut </a:t>
            </a:r>
            <a:r>
              <a:rPr lang="en-US" dirty="0" err="1"/>
              <a:t>Perspiciatis</a:t>
            </a:r>
            <a:br>
              <a:rPr lang="en-US" dirty="0"/>
            </a:br>
            <a:r>
              <a:rPr lang="en-US" dirty="0" err="1"/>
              <a:t>Natus</a:t>
            </a:r>
            <a:r>
              <a:rPr lang="en-US" dirty="0"/>
              <a:t> Sit</a:t>
            </a:r>
            <a:br>
              <a:rPr lang="en-US" dirty="0"/>
            </a:b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</a:t>
            </a:r>
          </a:p>
          <a:p>
            <a:pPr>
              <a:spcAft>
                <a:spcPts val="1600"/>
              </a:spcAft>
            </a:pPr>
            <a:r>
              <a:rPr lang="en-US" dirty="0"/>
              <a:t>Sed Ut </a:t>
            </a:r>
            <a:r>
              <a:rPr lang="en-US" dirty="0" err="1"/>
              <a:t>Perspiciatis</a:t>
            </a:r>
            <a:br>
              <a:rPr lang="en-US" dirty="0"/>
            </a:br>
            <a:r>
              <a:rPr lang="en-US" dirty="0" err="1"/>
              <a:t>Natus</a:t>
            </a:r>
            <a:r>
              <a:rPr lang="en-US" dirty="0"/>
              <a:t> Sit</a:t>
            </a:r>
            <a:br>
              <a:rPr lang="en-US" dirty="0"/>
            </a:b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</a:t>
            </a:r>
          </a:p>
          <a:p>
            <a:pPr>
              <a:spcAft>
                <a:spcPts val="1600"/>
              </a:spcAft>
            </a:pPr>
            <a:r>
              <a:rPr lang="en-US" dirty="0"/>
              <a:t>Sed Ut </a:t>
            </a:r>
            <a:r>
              <a:rPr lang="en-US" dirty="0" err="1"/>
              <a:t>Perspiciatis</a:t>
            </a:r>
            <a:br>
              <a:rPr lang="en-US" dirty="0"/>
            </a:br>
            <a:r>
              <a:rPr lang="en-US" dirty="0" err="1"/>
              <a:t>Natus</a:t>
            </a:r>
            <a:r>
              <a:rPr lang="en-US" dirty="0"/>
              <a:t> Sit</a:t>
            </a:r>
            <a:br>
              <a:rPr lang="en-US" dirty="0"/>
            </a:b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632D0-2CE0-6673-B8CA-4CCF011E2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,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4DF41B-C966-EC4D-3E13-954AD23D6E0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spcAft>
                <a:spcPts val="1600"/>
              </a:spcAft>
            </a:pPr>
            <a:r>
              <a:rPr lang="en-US" dirty="0"/>
              <a:t>Sed Ut </a:t>
            </a:r>
            <a:r>
              <a:rPr lang="en-US" dirty="0" err="1"/>
              <a:t>Perspiciatis</a:t>
            </a:r>
            <a:br>
              <a:rPr lang="en-US" dirty="0"/>
            </a:br>
            <a:r>
              <a:rPr lang="en-US" dirty="0" err="1"/>
              <a:t>Natus</a:t>
            </a:r>
            <a:r>
              <a:rPr lang="en-US" dirty="0"/>
              <a:t> Sit</a:t>
            </a:r>
            <a:br>
              <a:rPr lang="en-US" dirty="0"/>
            </a:b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</a:t>
            </a:r>
          </a:p>
          <a:p>
            <a:pPr>
              <a:spcAft>
                <a:spcPts val="1600"/>
              </a:spcAft>
            </a:pPr>
            <a:r>
              <a:rPr lang="en-US" dirty="0"/>
              <a:t>Sed Ut </a:t>
            </a:r>
            <a:r>
              <a:rPr lang="en-US" dirty="0" err="1"/>
              <a:t>Perspiciatis</a:t>
            </a:r>
            <a:br>
              <a:rPr lang="en-US" dirty="0"/>
            </a:br>
            <a:r>
              <a:rPr lang="en-US" dirty="0" err="1"/>
              <a:t>Natus</a:t>
            </a:r>
            <a:r>
              <a:rPr lang="en-US" dirty="0"/>
              <a:t> Sit</a:t>
            </a:r>
            <a:br>
              <a:rPr lang="en-US" dirty="0"/>
            </a:b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</a:t>
            </a:r>
          </a:p>
          <a:p>
            <a:pPr>
              <a:spcAft>
                <a:spcPts val="1600"/>
              </a:spcAft>
            </a:pPr>
            <a:r>
              <a:rPr lang="en-US" dirty="0"/>
              <a:t>Sed Ut </a:t>
            </a:r>
            <a:r>
              <a:rPr lang="en-US" dirty="0" err="1"/>
              <a:t>Perspiciatis</a:t>
            </a:r>
            <a:br>
              <a:rPr lang="en-US" dirty="0"/>
            </a:br>
            <a:r>
              <a:rPr lang="en-US" dirty="0" err="1"/>
              <a:t>Natus</a:t>
            </a:r>
            <a:r>
              <a:rPr lang="en-US" dirty="0"/>
              <a:t> Sit</a:t>
            </a:r>
            <a:br>
              <a:rPr lang="en-US" dirty="0"/>
            </a:b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</a:t>
            </a:r>
          </a:p>
          <a:p>
            <a:pPr>
              <a:spcAft>
                <a:spcPts val="1600"/>
              </a:spcAft>
            </a:pPr>
            <a:r>
              <a:rPr lang="en-US" dirty="0"/>
              <a:t>Sed Ut </a:t>
            </a:r>
            <a:r>
              <a:rPr lang="en-US" dirty="0" err="1"/>
              <a:t>Perspiciatis</a:t>
            </a:r>
            <a:br>
              <a:rPr lang="en-US" dirty="0"/>
            </a:br>
            <a:r>
              <a:rPr lang="en-US" dirty="0" err="1"/>
              <a:t>Natus</a:t>
            </a:r>
            <a:r>
              <a:rPr lang="en-US" dirty="0"/>
              <a:t> Sit</a:t>
            </a:r>
            <a:br>
              <a:rPr lang="en-US" dirty="0"/>
            </a:b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</a:t>
            </a:r>
          </a:p>
          <a:p>
            <a:pPr>
              <a:spcAft>
                <a:spcPts val="1600"/>
              </a:spcAft>
            </a:pPr>
            <a:r>
              <a:rPr lang="en-US" dirty="0"/>
              <a:t>Sed Ut </a:t>
            </a:r>
            <a:r>
              <a:rPr lang="en-US" dirty="0" err="1"/>
              <a:t>Perspiciatis</a:t>
            </a:r>
            <a:br>
              <a:rPr lang="en-US" dirty="0"/>
            </a:br>
            <a:r>
              <a:rPr lang="en-US" dirty="0" err="1"/>
              <a:t>Natus</a:t>
            </a:r>
            <a:r>
              <a:rPr lang="en-US" dirty="0"/>
              <a:t> Sit</a:t>
            </a:r>
            <a:br>
              <a:rPr lang="en-US" dirty="0"/>
            </a:b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</a:t>
            </a:r>
          </a:p>
          <a:p>
            <a:pPr>
              <a:spcAft>
                <a:spcPts val="1600"/>
              </a:spcAft>
            </a:pPr>
            <a:r>
              <a:rPr lang="en-US" dirty="0"/>
              <a:t>Sed Ut </a:t>
            </a:r>
            <a:r>
              <a:rPr lang="en-US" dirty="0" err="1"/>
              <a:t>Perspiciatis</a:t>
            </a:r>
            <a:br>
              <a:rPr lang="en-US" dirty="0"/>
            </a:br>
            <a:r>
              <a:rPr lang="en-US" dirty="0" err="1"/>
              <a:t>Natus</a:t>
            </a:r>
            <a:r>
              <a:rPr lang="en-US" dirty="0"/>
              <a:t> Sit</a:t>
            </a:r>
            <a:br>
              <a:rPr lang="en-US" dirty="0"/>
            </a:b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</a:t>
            </a:r>
          </a:p>
          <a:p>
            <a:pPr>
              <a:spcAft>
                <a:spcPts val="1600"/>
              </a:spcAft>
            </a:pPr>
            <a:r>
              <a:rPr lang="en-US" dirty="0"/>
              <a:t>Sed Ut </a:t>
            </a:r>
            <a:r>
              <a:rPr lang="en-US" dirty="0" err="1"/>
              <a:t>Perspiciatis</a:t>
            </a:r>
            <a:br>
              <a:rPr lang="en-US" dirty="0"/>
            </a:br>
            <a:r>
              <a:rPr lang="en-US" dirty="0" err="1"/>
              <a:t>Natus</a:t>
            </a:r>
            <a:r>
              <a:rPr lang="en-US" dirty="0"/>
              <a:t> Sit</a:t>
            </a:r>
            <a:br>
              <a:rPr lang="en-US" dirty="0"/>
            </a:b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</a:t>
            </a:r>
          </a:p>
        </p:txBody>
      </p:sp>
    </p:spTree>
    <p:extLst>
      <p:ext uri="{BB962C8B-B14F-4D97-AF65-F5344CB8AC3E}">
        <p14:creationId xmlns:p14="http://schemas.microsoft.com/office/powerpoint/2010/main" val="350467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DE9E-6627-47F0-01D3-5BA93D821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Divider – Black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25FA9-E555-9E5A-8A28-FFE59F1EC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276155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84076-8157-84BD-351B-8D1C639EB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800" b="0" dirty="0"/>
              <a:t>Sed </a:t>
            </a:r>
            <a:r>
              <a:rPr lang="en-US" sz="1800" b="0" dirty="0" err="1"/>
              <a:t>ut</a:t>
            </a:r>
            <a:r>
              <a:rPr lang="en-US" sz="1800" b="0" dirty="0"/>
              <a:t> </a:t>
            </a:r>
            <a:r>
              <a:rPr lang="en-US" sz="1800" b="0" dirty="0" err="1"/>
              <a:t>perspiciatis</a:t>
            </a:r>
            <a:r>
              <a:rPr lang="en-US" sz="1800" b="0" dirty="0"/>
              <a:t>, </a:t>
            </a:r>
            <a:r>
              <a:rPr lang="en-US" sz="1800" b="0" dirty="0" err="1"/>
              <a:t>unde</a:t>
            </a:r>
            <a:r>
              <a:rPr lang="en-US" sz="1800" b="0" dirty="0"/>
              <a:t> </a:t>
            </a:r>
            <a:r>
              <a:rPr lang="en-US" sz="1800" b="0" dirty="0" err="1"/>
              <a:t>omnis</a:t>
            </a:r>
            <a:r>
              <a:rPr lang="en-US" sz="1800" b="0" dirty="0"/>
              <a:t> </a:t>
            </a:r>
            <a:r>
              <a:rPr lang="en-US" sz="1800" b="0" dirty="0" err="1"/>
              <a:t>iste</a:t>
            </a:r>
            <a:r>
              <a:rPr lang="en-US" sz="1800" b="0" dirty="0"/>
              <a:t> </a:t>
            </a:r>
            <a:r>
              <a:rPr lang="en-US" sz="1800" b="0" dirty="0" err="1"/>
              <a:t>natus</a:t>
            </a:r>
            <a:r>
              <a:rPr lang="en-US" sz="1800" b="0" dirty="0"/>
              <a:t> error sit </a:t>
            </a:r>
            <a:r>
              <a:rPr lang="en-US" sz="1800" b="0" dirty="0" err="1"/>
              <a:t>voluptatem</a:t>
            </a:r>
            <a:r>
              <a:rPr lang="en-US" sz="1800" b="0" dirty="0"/>
              <a:t> </a:t>
            </a:r>
            <a:r>
              <a:rPr lang="en-US" sz="1800" b="0" dirty="0" err="1"/>
              <a:t>accusantium</a:t>
            </a:r>
            <a:r>
              <a:rPr lang="en-US" sz="1800" b="0" dirty="0"/>
              <a:t> </a:t>
            </a:r>
            <a:r>
              <a:rPr lang="en-US" sz="1800" b="0" dirty="0" err="1"/>
              <a:t>doloremque</a:t>
            </a:r>
            <a:r>
              <a:rPr lang="en-US" sz="1800" b="0" dirty="0"/>
              <a:t> </a:t>
            </a:r>
            <a:r>
              <a:rPr lang="en-US" sz="1800" b="0" dirty="0" err="1"/>
              <a:t>laudantium</a:t>
            </a:r>
            <a:r>
              <a:rPr lang="en-US" sz="1800" b="0" dirty="0"/>
              <a:t>, </a:t>
            </a:r>
            <a:r>
              <a:rPr lang="en-US" sz="1800" b="0" dirty="0" err="1"/>
              <a:t>totam</a:t>
            </a:r>
            <a:r>
              <a:rPr lang="en-US" sz="1800" b="0" dirty="0"/>
              <a:t> rem </a:t>
            </a:r>
            <a:r>
              <a:rPr lang="en-US" sz="1800" b="0" dirty="0" err="1"/>
              <a:t>aperiam</a:t>
            </a:r>
            <a:r>
              <a:rPr lang="en-US" sz="1800" b="0" dirty="0"/>
              <a:t> </a:t>
            </a:r>
            <a:r>
              <a:rPr lang="en-US" sz="1800" b="0" dirty="0" err="1"/>
              <a:t>eaque</a:t>
            </a:r>
            <a:r>
              <a:rPr lang="en-US" sz="1800" b="0" dirty="0"/>
              <a:t> </a:t>
            </a:r>
            <a:r>
              <a:rPr lang="en-US" sz="1800" b="0" dirty="0" err="1"/>
              <a:t>ipsa</a:t>
            </a:r>
            <a:r>
              <a:rPr lang="en-US" sz="1800" b="0" dirty="0"/>
              <a:t>, </a:t>
            </a:r>
            <a:r>
              <a:rPr lang="en-US" sz="1800" b="0" dirty="0" err="1"/>
              <a:t>quae</a:t>
            </a:r>
            <a:r>
              <a:rPr lang="en-US" sz="1800" b="0" dirty="0"/>
              <a:t> ab </a:t>
            </a:r>
            <a:r>
              <a:rPr lang="en-US" sz="1800" b="0" dirty="0" err="1"/>
              <a:t>illo</a:t>
            </a:r>
            <a:r>
              <a:rPr lang="en-US" sz="1800" b="0" dirty="0"/>
              <a:t> </a:t>
            </a:r>
            <a:r>
              <a:rPr lang="en-US" sz="1800" b="0" dirty="0" err="1"/>
              <a:t>inventore</a:t>
            </a:r>
            <a:r>
              <a:rPr lang="en-US" sz="1800" b="0" dirty="0"/>
              <a:t> </a:t>
            </a:r>
            <a:r>
              <a:rPr lang="en-US" sz="1800" b="0" dirty="0" err="1"/>
              <a:t>veritatis</a:t>
            </a:r>
            <a:r>
              <a:rPr lang="en-US" sz="1800" b="0" dirty="0"/>
              <a:t> et quasi </a:t>
            </a:r>
            <a:r>
              <a:rPr lang="en-US" sz="1800" b="0" dirty="0" err="1"/>
              <a:t>architecto</a:t>
            </a:r>
            <a:r>
              <a:rPr lang="en-US" sz="1800" b="0" dirty="0"/>
              <a:t> beatae vitae dicta sunt, </a:t>
            </a:r>
            <a:r>
              <a:rPr lang="en-US" sz="1800" b="0" dirty="0" err="1"/>
              <a:t>explicabo</a:t>
            </a:r>
            <a:r>
              <a:rPr lang="en-US" sz="1800" b="0" dirty="0"/>
              <a:t>. Nemo </a:t>
            </a:r>
            <a:r>
              <a:rPr lang="en-US" sz="1800" b="0" dirty="0" err="1"/>
              <a:t>enim</a:t>
            </a:r>
            <a:r>
              <a:rPr lang="en-US" sz="1800" b="0" dirty="0"/>
              <a:t> </a:t>
            </a:r>
            <a:r>
              <a:rPr lang="en-US" sz="1800" b="0" dirty="0" err="1"/>
              <a:t>ipsam</a:t>
            </a:r>
            <a:r>
              <a:rPr lang="en-US" sz="1800" b="0" dirty="0"/>
              <a:t> </a:t>
            </a:r>
            <a:r>
              <a:rPr lang="en-US" sz="1800" b="0" dirty="0" err="1"/>
              <a:t>voluptatem</a:t>
            </a:r>
            <a:r>
              <a:rPr lang="en-US" sz="1800" b="0" dirty="0"/>
              <a:t>.</a:t>
            </a:r>
          </a:p>
          <a:p>
            <a:pPr>
              <a:spcBef>
                <a:spcPts val="0"/>
              </a:spcBef>
            </a:pPr>
            <a:r>
              <a:rPr lang="en-US" sz="1800" b="0" dirty="0"/>
              <a:t>Sed </a:t>
            </a:r>
            <a:r>
              <a:rPr lang="en-US" sz="1800" b="0" dirty="0" err="1"/>
              <a:t>ut</a:t>
            </a:r>
            <a:r>
              <a:rPr lang="en-US" sz="1800" b="0" dirty="0"/>
              <a:t> </a:t>
            </a:r>
            <a:r>
              <a:rPr lang="en-US" sz="1800" b="0" dirty="0" err="1"/>
              <a:t>perspiciatis</a:t>
            </a:r>
            <a:r>
              <a:rPr lang="en-US" sz="1800" b="0" dirty="0"/>
              <a:t>, </a:t>
            </a:r>
            <a:r>
              <a:rPr lang="en-US" sz="1800" b="0" dirty="0" err="1"/>
              <a:t>unde</a:t>
            </a:r>
            <a:r>
              <a:rPr lang="en-US" sz="1800" b="0" dirty="0"/>
              <a:t> </a:t>
            </a:r>
            <a:r>
              <a:rPr lang="en-US" sz="1800" b="0" dirty="0" err="1"/>
              <a:t>omnis</a:t>
            </a:r>
            <a:r>
              <a:rPr lang="en-US" sz="1800" b="0" dirty="0"/>
              <a:t> </a:t>
            </a:r>
            <a:r>
              <a:rPr lang="en-US" sz="1800" b="0" dirty="0" err="1"/>
              <a:t>iste</a:t>
            </a:r>
            <a:r>
              <a:rPr lang="en-US" sz="1800" b="0" dirty="0"/>
              <a:t> </a:t>
            </a:r>
            <a:r>
              <a:rPr lang="en-US" sz="1800" b="0" dirty="0" err="1"/>
              <a:t>natus</a:t>
            </a:r>
            <a:r>
              <a:rPr lang="en-US" sz="1800" b="0" dirty="0"/>
              <a:t> error sit </a:t>
            </a:r>
            <a:r>
              <a:rPr lang="en-US" sz="1800" b="0" dirty="0" err="1"/>
              <a:t>voluptatem</a:t>
            </a:r>
            <a:r>
              <a:rPr lang="en-US" sz="1800" b="0" dirty="0"/>
              <a:t> </a:t>
            </a:r>
            <a:r>
              <a:rPr lang="en-US" sz="1800" b="0" dirty="0" err="1"/>
              <a:t>accusantium</a:t>
            </a:r>
            <a:r>
              <a:rPr lang="en-US" sz="1800" b="0" dirty="0"/>
              <a:t> </a:t>
            </a:r>
            <a:r>
              <a:rPr lang="en-US" sz="1800" b="0" dirty="0" err="1"/>
              <a:t>doloremque</a:t>
            </a:r>
            <a:r>
              <a:rPr lang="en-US" sz="1800" b="0" dirty="0"/>
              <a:t> </a:t>
            </a:r>
            <a:r>
              <a:rPr lang="en-US" sz="1800" b="0" dirty="0" err="1"/>
              <a:t>laudantium</a:t>
            </a:r>
            <a:r>
              <a:rPr lang="en-US" sz="1800" b="0" dirty="0"/>
              <a:t>, </a:t>
            </a:r>
            <a:r>
              <a:rPr lang="en-US" sz="1800" b="0" dirty="0" err="1"/>
              <a:t>totam</a:t>
            </a:r>
            <a:r>
              <a:rPr lang="en-US" sz="1800" b="0" dirty="0"/>
              <a:t> rem </a:t>
            </a:r>
            <a:r>
              <a:rPr lang="en-US" sz="1800" b="0" dirty="0" err="1"/>
              <a:t>aperiam</a:t>
            </a:r>
            <a:r>
              <a:rPr lang="en-US" sz="1800" b="0" dirty="0"/>
              <a:t> </a:t>
            </a:r>
            <a:r>
              <a:rPr lang="en-US" sz="1800" b="0" dirty="0" err="1"/>
              <a:t>eaque</a:t>
            </a:r>
            <a:r>
              <a:rPr lang="en-US" sz="1800" b="0" dirty="0"/>
              <a:t> </a:t>
            </a:r>
            <a:r>
              <a:rPr lang="en-US" sz="1800" b="0" dirty="0" err="1"/>
              <a:t>ipsa</a:t>
            </a:r>
            <a:r>
              <a:rPr lang="en-US" sz="1800" b="0" dirty="0"/>
              <a:t>, </a:t>
            </a:r>
            <a:r>
              <a:rPr lang="en-US" sz="1800" b="0" dirty="0" err="1"/>
              <a:t>quae</a:t>
            </a:r>
            <a:r>
              <a:rPr lang="en-US" sz="1800" b="0" dirty="0"/>
              <a:t> ab </a:t>
            </a:r>
            <a:r>
              <a:rPr lang="en-US" sz="1800" b="0" dirty="0" err="1"/>
              <a:t>illo</a:t>
            </a:r>
            <a:r>
              <a:rPr lang="en-US" sz="1800" b="0" dirty="0"/>
              <a:t> </a:t>
            </a:r>
            <a:r>
              <a:rPr lang="en-US" sz="1800" b="0" dirty="0" err="1"/>
              <a:t>inventore</a:t>
            </a:r>
            <a:r>
              <a:rPr lang="en-US" sz="1800" b="0" dirty="0"/>
              <a:t> </a:t>
            </a:r>
            <a:r>
              <a:rPr lang="en-US" sz="1800" b="0" dirty="0" err="1"/>
              <a:t>veritatis</a:t>
            </a:r>
            <a:r>
              <a:rPr lang="en-US" sz="1800" b="0" dirty="0"/>
              <a:t> et quasi.</a:t>
            </a:r>
          </a:p>
          <a:p>
            <a:pPr marL="514350" lvl="1" indent="-168275">
              <a:buFont typeface="Arial" panose="020B0604020202020204" pitchFamily="34" charset="0"/>
              <a:buChar char="•"/>
            </a:pPr>
            <a:r>
              <a:rPr lang="en-US" sz="1800" dirty="0"/>
              <a:t>Lorem ipsum dolor sit </a:t>
            </a:r>
            <a:r>
              <a:rPr lang="en-US" sz="1800" dirty="0" err="1"/>
              <a:t>amet</a:t>
            </a:r>
            <a:r>
              <a:rPr lang="en-US" sz="1800" dirty="0"/>
              <a:t> et </a:t>
            </a:r>
            <a:r>
              <a:rPr lang="en-US" sz="1800" dirty="0" err="1"/>
              <a:t>aqui</a:t>
            </a:r>
            <a:r>
              <a:rPr lang="en-US" sz="1800" dirty="0"/>
              <a:t>.</a:t>
            </a:r>
          </a:p>
          <a:p>
            <a:pPr marL="514350" lvl="1" indent="-168275">
              <a:buFont typeface="Arial" panose="020B0604020202020204" pitchFamily="34" charset="0"/>
              <a:buChar char="•"/>
            </a:pPr>
            <a:r>
              <a:rPr lang="en-US" sz="1800" b="0" dirty="0"/>
              <a:t>Lorem ipsum dolor sit </a:t>
            </a:r>
            <a:r>
              <a:rPr lang="en-US" sz="1800" b="0" dirty="0" err="1"/>
              <a:t>amet</a:t>
            </a:r>
            <a:r>
              <a:rPr lang="en-US" sz="1800" b="0" dirty="0"/>
              <a:t> et </a:t>
            </a:r>
            <a:r>
              <a:rPr lang="en-US" sz="1800" b="0" dirty="0" err="1"/>
              <a:t>aqui</a:t>
            </a:r>
            <a:r>
              <a:rPr lang="en-US" sz="1800" b="0" dirty="0"/>
              <a:t>.</a:t>
            </a:r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987564CC-EC11-5B6F-E472-8781038CEA8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32874" r="17474"/>
          <a:stretch/>
        </p:blipFill>
        <p:spPr>
          <a:xfrm>
            <a:off x="6096000" y="0"/>
            <a:ext cx="6096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710894-8E14-64B1-8505-E80F2519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and Text Slide Title</a:t>
            </a:r>
          </a:p>
        </p:txBody>
      </p:sp>
    </p:spTree>
    <p:extLst>
      <p:ext uri="{BB962C8B-B14F-4D97-AF65-F5344CB8AC3E}">
        <p14:creationId xmlns:p14="http://schemas.microsoft.com/office/powerpoint/2010/main" val="453038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8DF5E-DDA5-6853-8512-CF9047B23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Three-Column Text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6F1E9-802D-7DEE-334F-6DE0FFF54B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389C78-9F8D-7C1D-3182-2C5F6F8B14D3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>
            <a:normAutofit/>
          </a:bodyPr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,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,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.</a:t>
            </a:r>
          </a:p>
          <a:p>
            <a:r>
              <a:rPr lang="en-US" dirty="0"/>
              <a:t>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,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sit, </a:t>
            </a:r>
            <a:r>
              <a:rPr lang="en-US" dirty="0" err="1"/>
              <a:t>aspernatur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odit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fugit, sed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conseq</a:t>
            </a:r>
            <a:r>
              <a:rPr lang="en-US" dirty="0"/>
              <a:t> </a:t>
            </a:r>
            <a:r>
              <a:rPr lang="en-US" dirty="0" err="1"/>
              <a:t>uuntur</a:t>
            </a:r>
            <a:r>
              <a:rPr lang="en-US" dirty="0"/>
              <a:t> </a:t>
            </a:r>
            <a:r>
              <a:rPr lang="en-US" dirty="0" err="1"/>
              <a:t>magni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617A2D-1221-5AC4-F35D-9CC73B4D15E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4888E0-5850-8A23-B304-90556E3473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645BB6-C40F-1251-406E-87B0F78C06CB}"/>
              </a:ext>
            </a:extLst>
          </p:cNvPr>
          <p:cNvSpPr>
            <a:spLocks noGrp="1"/>
          </p:cNvSpPr>
          <p:nvPr>
            <p:ph idx="22"/>
          </p:nvPr>
        </p:nvSpPr>
        <p:spPr/>
        <p:txBody>
          <a:bodyPr>
            <a:normAutofit/>
          </a:bodyPr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,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,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.</a:t>
            </a:r>
          </a:p>
          <a:p>
            <a:r>
              <a:rPr lang="en-US" dirty="0"/>
              <a:t>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,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sit, </a:t>
            </a:r>
            <a:r>
              <a:rPr lang="en-US" dirty="0" err="1"/>
              <a:t>aspernatur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odit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fugit, sed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conseq</a:t>
            </a:r>
            <a:r>
              <a:rPr lang="en-US" dirty="0"/>
              <a:t> </a:t>
            </a:r>
            <a:r>
              <a:rPr lang="en-US" dirty="0" err="1"/>
              <a:t>uuntur</a:t>
            </a:r>
            <a:r>
              <a:rPr lang="en-US" dirty="0"/>
              <a:t> </a:t>
            </a:r>
            <a:r>
              <a:rPr lang="en-US" dirty="0" err="1"/>
              <a:t>magni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22D8214-0787-441A-3008-1517AC1C485C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>
            <a:normAutofit/>
          </a:bodyPr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,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,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.</a:t>
            </a:r>
          </a:p>
          <a:p>
            <a:r>
              <a:rPr lang="en-US" dirty="0"/>
              <a:t>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,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sit, </a:t>
            </a:r>
            <a:r>
              <a:rPr lang="en-US" dirty="0" err="1"/>
              <a:t>aspernatur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odit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fugit, sed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conseq</a:t>
            </a:r>
            <a:r>
              <a:rPr lang="en-US" dirty="0"/>
              <a:t> </a:t>
            </a:r>
            <a:r>
              <a:rPr lang="en-US" dirty="0" err="1"/>
              <a:t>uuntur</a:t>
            </a:r>
            <a:r>
              <a:rPr lang="en-US" dirty="0"/>
              <a:t> </a:t>
            </a:r>
            <a:r>
              <a:rPr lang="en-US" dirty="0" err="1"/>
              <a:t>magni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0008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CB567-57E6-B98D-BF59-44B9DD613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Two-Column Text 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1AFB2-5597-C2FE-DF8D-F6DB138547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E34BD1-0C22-EE69-2975-BCCCA2D1B266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,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,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 dicta sunt, </a:t>
            </a:r>
            <a:r>
              <a:rPr lang="en-US" dirty="0" err="1"/>
              <a:t>explicabo</a:t>
            </a:r>
            <a:r>
              <a:rPr lang="en-US" dirty="0"/>
              <a:t>. </a:t>
            </a:r>
          </a:p>
          <a:p>
            <a:r>
              <a:rPr lang="en-US" dirty="0"/>
              <a:t>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,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sit, </a:t>
            </a:r>
            <a:r>
              <a:rPr lang="en-US" dirty="0" err="1"/>
              <a:t>aspernatur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odit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fugit, sed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conseq</a:t>
            </a:r>
            <a:r>
              <a:rPr lang="en-US" dirty="0"/>
              <a:t> </a:t>
            </a:r>
            <a:r>
              <a:rPr lang="en-US" dirty="0" err="1"/>
              <a:t>uuntur</a:t>
            </a:r>
            <a:r>
              <a:rPr lang="en-US" dirty="0"/>
              <a:t> </a:t>
            </a:r>
            <a:r>
              <a:rPr lang="en-US" dirty="0" err="1"/>
              <a:t>magni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 et </a:t>
            </a:r>
            <a:r>
              <a:rPr lang="en-US" dirty="0" err="1"/>
              <a:t>aqui</a:t>
            </a:r>
            <a:r>
              <a:rPr lang="en-US" dirty="0"/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79A20-E426-6BDB-610B-C503C52F9DD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B6193-1069-DEEC-C412-530E5FCFA438}"/>
              </a:ext>
            </a:extLst>
          </p:cNvPr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,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,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 dicta sunt, </a:t>
            </a:r>
            <a:r>
              <a:rPr lang="en-US" dirty="0" err="1"/>
              <a:t>explicabo</a:t>
            </a:r>
            <a:r>
              <a:rPr lang="en-US" dirty="0"/>
              <a:t>. </a:t>
            </a:r>
          </a:p>
          <a:p>
            <a:r>
              <a:rPr lang="en-US" dirty="0"/>
              <a:t>Nemo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ipsam</a:t>
            </a:r>
            <a:r>
              <a:rPr lang="en-US" dirty="0"/>
              <a:t> </a:t>
            </a:r>
            <a:r>
              <a:rPr lang="en-US" dirty="0" err="1"/>
              <a:t>voluptatem</a:t>
            </a:r>
            <a:r>
              <a:rPr lang="en-US" dirty="0"/>
              <a:t>,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voluptas</a:t>
            </a:r>
            <a:r>
              <a:rPr lang="en-US" dirty="0"/>
              <a:t> sit, </a:t>
            </a:r>
            <a:r>
              <a:rPr lang="en-US" dirty="0" err="1"/>
              <a:t>aspernatur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odit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fugit, sed </a:t>
            </a:r>
            <a:r>
              <a:rPr lang="en-US" dirty="0" err="1"/>
              <a:t>quia</a:t>
            </a:r>
            <a:r>
              <a:rPr lang="en-US" dirty="0"/>
              <a:t> </a:t>
            </a:r>
            <a:r>
              <a:rPr lang="en-US" dirty="0" err="1"/>
              <a:t>conseq</a:t>
            </a:r>
            <a:r>
              <a:rPr lang="en-US" dirty="0"/>
              <a:t> </a:t>
            </a:r>
            <a:r>
              <a:rPr lang="en-US" dirty="0" err="1"/>
              <a:t>uuntur</a:t>
            </a:r>
            <a:r>
              <a:rPr lang="en-US" dirty="0"/>
              <a:t> </a:t>
            </a:r>
            <a:r>
              <a:rPr lang="en-US" dirty="0" err="1"/>
              <a:t>magni</a:t>
            </a:r>
            <a:r>
              <a:rPr lang="en-US" dirty="0"/>
              <a:t> </a:t>
            </a:r>
            <a:r>
              <a:rPr lang="en-US" dirty="0" err="1"/>
              <a:t>dolores</a:t>
            </a:r>
            <a:r>
              <a:rPr lang="en-US" dirty="0"/>
              <a:t> </a:t>
            </a:r>
            <a:r>
              <a:rPr lang="en-US" dirty="0" err="1"/>
              <a:t>eos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 et </a:t>
            </a:r>
            <a:r>
              <a:rPr lang="en-US" dirty="0" err="1"/>
              <a:t>aqui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3550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976651"/>
      </p:ext>
    </p:extLst>
  </p:cSld>
  <p:clrMapOvr>
    <a:masterClrMapping/>
  </p:clrMapOvr>
</p:sld>
</file>

<file path=ppt/theme/theme1.xml><?xml version="1.0" encoding="utf-8"?>
<a:theme xmlns:a="http://schemas.openxmlformats.org/drawingml/2006/main" name="Main Theme">
  <a:themeElements>
    <a:clrScheme name="MIT 1">
      <a:dk1>
        <a:srgbClr val="000000"/>
      </a:dk1>
      <a:lt1>
        <a:srgbClr val="FFFFFF"/>
      </a:lt1>
      <a:dk2>
        <a:srgbClr val="750014"/>
      </a:dk2>
      <a:lt2>
        <a:srgbClr val="F2F3F8"/>
      </a:lt2>
      <a:accent1>
        <a:srgbClr val="750014"/>
      </a:accent1>
      <a:accent2>
        <a:srgbClr val="FF1423"/>
      </a:accent2>
      <a:accent3>
        <a:srgbClr val="8B959E"/>
      </a:accent3>
      <a:accent4>
        <a:srgbClr val="40464C"/>
      </a:accent4>
      <a:accent5>
        <a:srgbClr val="1966FF"/>
      </a:accent5>
      <a:accent6>
        <a:srgbClr val="001980"/>
      </a:accent6>
      <a:hlink>
        <a:srgbClr val="FF1423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rIns="0" rtlCol="0">
        <a:spAutoFit/>
      </a:bodyPr>
      <a:lstStyle>
        <a:defPPr algn="l">
          <a:defRPr dirty="0" smtClean="0">
            <a:effectLst/>
            <a:latin typeface="Helvetic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ck">
  <a:themeElements>
    <a:clrScheme name="MIT 1">
      <a:dk1>
        <a:srgbClr val="000000"/>
      </a:dk1>
      <a:lt1>
        <a:srgbClr val="FFFFFF"/>
      </a:lt1>
      <a:dk2>
        <a:srgbClr val="750014"/>
      </a:dk2>
      <a:lt2>
        <a:srgbClr val="F2F3F8"/>
      </a:lt2>
      <a:accent1>
        <a:srgbClr val="750014"/>
      </a:accent1>
      <a:accent2>
        <a:srgbClr val="FF1423"/>
      </a:accent2>
      <a:accent3>
        <a:srgbClr val="8B959E"/>
      </a:accent3>
      <a:accent4>
        <a:srgbClr val="40464C"/>
      </a:accent4>
      <a:accent5>
        <a:srgbClr val="1966FF"/>
      </a:accent5>
      <a:accent6>
        <a:srgbClr val="001980"/>
      </a:accent6>
      <a:hlink>
        <a:srgbClr val="FF1423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rIns="0" rtlCol="0">
        <a:spAutoFit/>
      </a:bodyPr>
      <a:lstStyle>
        <a:defPPr algn="l">
          <a:defRPr dirty="0" smtClean="0">
            <a:effectLst/>
            <a:latin typeface="Helvetic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hite – Red Text">
  <a:themeElements>
    <a:clrScheme name="MIT 1">
      <a:dk1>
        <a:srgbClr val="000000"/>
      </a:dk1>
      <a:lt1>
        <a:srgbClr val="FFFFFF"/>
      </a:lt1>
      <a:dk2>
        <a:srgbClr val="750014"/>
      </a:dk2>
      <a:lt2>
        <a:srgbClr val="F2F3F8"/>
      </a:lt2>
      <a:accent1>
        <a:srgbClr val="750014"/>
      </a:accent1>
      <a:accent2>
        <a:srgbClr val="FF1423"/>
      </a:accent2>
      <a:accent3>
        <a:srgbClr val="8B959E"/>
      </a:accent3>
      <a:accent4>
        <a:srgbClr val="40464C"/>
      </a:accent4>
      <a:accent5>
        <a:srgbClr val="1966FF"/>
      </a:accent5>
      <a:accent6>
        <a:srgbClr val="001980"/>
      </a:accent6>
      <a:hlink>
        <a:srgbClr val="FF1423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rIns="0" rtlCol="0">
        <a:spAutoFit/>
      </a:bodyPr>
      <a:lstStyle>
        <a:defPPr algn="l">
          <a:defRPr dirty="0" smtClean="0">
            <a:effectLst/>
            <a:latin typeface="Helvetic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White – Gray Text">
  <a:themeElements>
    <a:clrScheme name="MIT 1">
      <a:dk1>
        <a:srgbClr val="000000"/>
      </a:dk1>
      <a:lt1>
        <a:srgbClr val="FFFFFF"/>
      </a:lt1>
      <a:dk2>
        <a:srgbClr val="750014"/>
      </a:dk2>
      <a:lt2>
        <a:srgbClr val="F2F3F8"/>
      </a:lt2>
      <a:accent1>
        <a:srgbClr val="750014"/>
      </a:accent1>
      <a:accent2>
        <a:srgbClr val="FF1423"/>
      </a:accent2>
      <a:accent3>
        <a:srgbClr val="8B959E"/>
      </a:accent3>
      <a:accent4>
        <a:srgbClr val="40464C"/>
      </a:accent4>
      <a:accent5>
        <a:srgbClr val="1966FF"/>
      </a:accent5>
      <a:accent6>
        <a:srgbClr val="001980"/>
      </a:accent6>
      <a:hlink>
        <a:srgbClr val="FF1423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rIns="0" rtlCol="0">
        <a:spAutoFit/>
      </a:bodyPr>
      <a:lstStyle>
        <a:defPPr algn="l">
          <a:defRPr dirty="0" smtClean="0">
            <a:effectLst/>
            <a:latin typeface="Helvetic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1888</TotalTime>
  <Words>725</Words>
  <Application>Microsoft Office PowerPoint</Application>
  <PresentationFormat>Widescreen</PresentationFormat>
  <Paragraphs>83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Main Theme</vt:lpstr>
      <vt:lpstr>Black</vt:lpstr>
      <vt:lpstr>White – Red Text</vt:lpstr>
      <vt:lpstr>White – Gray Text</vt:lpstr>
      <vt:lpstr>Main Title Slide – Black</vt:lpstr>
      <vt:lpstr>Two-Column Slide Title</vt:lpstr>
      <vt:lpstr>Section Divider – Black</vt:lpstr>
      <vt:lpstr>Image and Text Slide Title</vt:lpstr>
      <vt:lpstr>Three-Column Text Slide Title</vt:lpstr>
      <vt:lpstr>Two-Column Text Slide Title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Opus 4</dc:creator>
  <cp:keywords/>
  <dc:description/>
  <cp:lastModifiedBy>Philip Lopez</cp:lastModifiedBy>
  <cp:revision>409</cp:revision>
  <dcterms:created xsi:type="dcterms:W3CDTF">2023-07-31T14:39:43Z</dcterms:created>
  <dcterms:modified xsi:type="dcterms:W3CDTF">2026-04-30T19:32:28Z</dcterms:modified>
  <cp:category/>
</cp:coreProperties>
</file>